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Rigup Төсөл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React frontend + SOA backend (AI агент) + Docker эхлүүлэгч</a:t>
            </a:r>
          </a:p>
          <a:p>
            <a:r>
              <a:t>Төслийн танилцуулга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Төслийн Архитектур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Frontend (React/CRA): Хэрэглэгчийн интерфэйс.</a:t>
            </a:r>
          </a:p>
          <a:p>
            <a:pPr>
              <a:defRPr sz="2000"/>
            </a:pPr>
            <a:r>
              <a:t>• Core-API (Node.js/Express): Үндсэн HTTP API систем.</a:t>
            </a:r>
          </a:p>
          <a:p>
            <a:pPr>
              <a:defRPr sz="2000"/>
            </a:pPr>
            <a:r>
              <a:t>• Agent-Worker (Node.js/OpenAI SDK): Цаана ажиллах хиймэл оюун ухааны даалгавар боловсруулагч.</a:t>
            </a:r>
          </a:p>
          <a:p>
            <a:pPr>
              <a:defRPr sz="2000"/>
            </a:pPr>
            <a:r>
              <a:t>• MySQL (MySQL 8): Мэдээллийн сан.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Бүрэлдэхүүн хэсгүүдийн үүрэг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Frontend: Газрын зураг, кафе, PC сүлжээ, захиалга болон чат зэргийг харуулна.</a:t>
            </a:r>
          </a:p>
          <a:p>
            <a:pPr>
              <a:defRPr sz="2000"/>
            </a:pPr>
            <a:r>
              <a:t>• Core-API: Хэрэглэгч нэвтрэх, кафе/PC мэдээлэл, захиалга, төлбөр болон AI даалгаврыг бүртгэх үүрэгтэй.</a:t>
            </a:r>
          </a:p>
          <a:p>
            <a:pPr>
              <a:defRPr sz="2000"/>
            </a:pPr>
            <a:r>
              <a:t>• Agent-Worker: 'agent_tasks' хүснэгтээс даалгавар уншиж, LLM ашиглан хариуг боловсруулж буцааж бичнэ.</a:t>
            </a:r>
          </a:p>
          <a:p>
            <a:pPr>
              <a:defRPr sz="2000"/>
            </a:pPr>
            <a:r>
              <a:t>• MySQL: Бүх мэдээллийг (кафе, pc, захиалга, агентийн дараалал) нэг дор хадгална.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Агентийн ажиллах урсгал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1. Хөтчөөс 'POST /api/agent/chat' руу хэрэглэгчийн зурвас илгээгдэнэ.</a:t>
            </a:r>
          </a:p>
          <a:p>
            <a:pPr>
              <a:defRPr sz="2000"/>
            </a:pPr>
            <a:r>
              <a:t>2. 'core-api' нь баталгаажуулж, даалгаврыг 'agent_tasks' руу бүртгэж хариуг хүлээдэг.</a:t>
            </a:r>
          </a:p>
          <a:p>
            <a:pPr>
              <a:defRPr sz="2000"/>
            </a:pPr>
            <a:r>
              <a:t>3. 'agent-worker' нь даалгаврыг хүлээн авч OpenAI/Groq ашиглан боловсруулаад хариуг буцаадаг.</a:t>
            </a:r>
          </a:p>
          <a:p>
            <a:pPr>
              <a:defRPr sz="2000"/>
            </a:pPr>
            <a:r>
              <a:t>4. 'core-api' хариуг хүлээн авч хэрэглэгч рүү илгээнэ.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Хурдан эхлүүлэх заавар (Quick Start)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Кодыг татах: git clone &lt;repo&gt; &amp;&amp; cd Rigup</a:t>
            </a:r>
          </a:p>
          <a:p>
            <a:pPr>
              <a:defRPr sz="2000"/>
            </a:pPr>
            <a:r>
              <a:t>• Тохиргоог хуулах: cp .env.example .env (JWT_SECRET, MYSQL_PASSWORD, AI_API_KEY өөрчлөх)</a:t>
            </a:r>
          </a:p>
          <a:p>
            <a:pPr>
              <a:defRPr sz="2000"/>
            </a:pPr>
            <a:r>
              <a:t>• Төслийг ажиллуулах: npm start (эсвэл ./start.sh, make start)</a:t>
            </a:r>
          </a:p>
          <a:p>
            <a:pPr>
              <a:defRPr sz="2000"/>
            </a:pPr>
            <a:r>
              <a:t>• Frontend хаяг: http://localhost:5173</a:t>
            </a:r>
          </a:p>
          <a:p>
            <a:pPr>
              <a:defRPr sz="2000"/>
            </a:pPr>
            <a:r>
              <a:t>• API хаяг: http://localhost:5500/api</a:t>
            </a:r>
          </a:p>
          <a:p>
            <a:pPr>
              <a:defRPr sz="2000"/>
            </a:pPr>
            <a:r>
              <a:t>• MySQL: localhost:33306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Үндсэн командууд болон тохиргоо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• npm stop: Төслийг зогсоох</a:t>
            </a:r>
          </a:p>
          <a:p>
            <a:pPr>
              <a:defRPr sz="2000"/>
            </a:pPr>
            <a:r>
              <a:t>• npm run logs: Бүх сервисийн логийг харах</a:t>
            </a:r>
          </a:p>
          <a:p>
            <a:pPr>
              <a:defRPr sz="2000"/>
            </a:pPr>
            <a:r>
              <a:t>• npm run rebuild: Дахин компайл хийж ажиллуулах</a:t>
            </a:r>
          </a:p>
          <a:p>
            <a:pPr>
              <a:defRPr sz="2000"/>
            </a:pPr>
            <a:r>
              <a:t>• npm run clean: Бүх өгөгдлийг устгаж цэвэрлэх</a:t>
            </a:r>
          </a:p>
          <a:p>
            <a:pPr>
              <a:defRPr sz="2000"/>
            </a:pPr>
            <a:r>
              <a:t>• AI-г ажиллуулахын тулд .env файлд 'AI_API_KEY'-г заавал нэмэх шаардлагатай.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